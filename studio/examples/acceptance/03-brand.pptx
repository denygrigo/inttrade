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brand. Generated concept image, not a real product photograph. Created with OpenAI image generation on 2026-10-22. Native editable typography over raster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Creative brand positioning; not a factual or therapeutic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color/material abstractions. These are visual cues, not material samples or external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concept still life, not documentary photography. Image is raster; typography remains editable. No product specifications or manufacturing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concept application on a paper card; native editable text and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concept. Generated image plus native text and shapes. No unlicensed reference imagery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IntTrade/studio/examples/assets/quiet-cer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70" kern="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СТУДИЯ ПРЕДМЕТНОЙ КУЛЬТУРЫ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4360" y="1252728"/>
            <a:ext cx="5577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тихо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685800" y="3977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Форма паузы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Концепция визуальной идентичности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 октября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ТИХО / ВЫМЫШЛЕННЫЙ БРЕНД · ГРАФИКА И СГЕНЕРИРОВАННЫЕ ВИЗУАЛЫ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E58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8D9C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ИДЕЯ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dirty="0">
                <a:solidFill>
                  <a:srgbClr val="F1E9DB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Меньше шума.</a:t>
            </a:r>
            <a:endParaRPr lang="en-US" sz="4900" dirty="0"/>
          </a:p>
          <a:p>
            <a:pPr indent="0" marL="0">
              <a:buNone/>
            </a:pPr>
            <a:r>
              <a:rPr lang="en-US" sz="4900" dirty="0">
                <a:solidFill>
                  <a:srgbClr val="F1E9DB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Больше</a:t>
            </a:r>
            <a:endParaRPr lang="en-US" sz="4900" dirty="0"/>
          </a:p>
          <a:p>
            <a:pPr indent="0" marL="0">
              <a:buNone/>
            </a:pPr>
            <a:r>
              <a:rPr lang="en-US" sz="4900" dirty="0">
                <a:solidFill>
                  <a:srgbClr val="F1E9DB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присутствия.</a:t>
            </a:r>
            <a:endParaRPr lang="en-US" sz="4900" dirty="0"/>
          </a:p>
        </p:txBody>
      </p:sp>
      <p:sp>
        <p:nvSpPr>
          <p:cNvPr id="4" name="Shape 2"/>
          <p:cNvSpPr/>
          <p:nvPr/>
        </p:nvSpPr>
        <p:spPr>
          <a:xfrm>
            <a:off x="731520" y="5715000"/>
            <a:ext cx="2834640" cy="0"/>
          </a:xfrm>
          <a:prstGeom prst="line">
            <a:avLst/>
          </a:prstGeom>
          <a:noFill/>
          <a:ln w="10160">
            <a:solidFill>
              <a:srgbClr val="CDD0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D9C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ТИХО / ВЫМЫШЛЕННЫЙ БРЕНД · ГРАФИКА И СГЕНЕРИРОВАННЫЕ ВИЗУАЛЫ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D9C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70" kern="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ВИЗУАЛЬНЫЙ СЛОВАРЬ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Три ощущения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246120" cy="2560320"/>
          </a:xfrm>
          <a:prstGeom prst="rect">
            <a:avLst/>
          </a:prstGeom>
          <a:solidFill>
            <a:srgbClr val="B86D4D"/>
          </a:solidFill>
          <a:ln w="12700">
            <a:solidFill>
              <a:srgbClr val="B86D4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97480"/>
            <a:ext cx="2697480" cy="0"/>
          </a:xfrm>
          <a:prstGeom prst="line">
            <a:avLst/>
          </a:prstGeom>
          <a:noFill/>
          <a:ln w="6350">
            <a:solidFill>
              <a:srgbClr val="CC8C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53512"/>
            <a:ext cx="2697480" cy="0"/>
          </a:xfrm>
          <a:prstGeom prst="line">
            <a:avLst/>
          </a:prstGeom>
          <a:noFill/>
          <a:ln w="6350">
            <a:solidFill>
              <a:srgbClr val="CC8C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09544"/>
            <a:ext cx="2697480" cy="0"/>
          </a:xfrm>
          <a:prstGeom prst="line">
            <a:avLst/>
          </a:prstGeom>
          <a:noFill/>
          <a:ln w="6350">
            <a:solidFill>
              <a:srgbClr val="CC8C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465576"/>
            <a:ext cx="2697480" cy="0"/>
          </a:xfrm>
          <a:prstGeom prst="line">
            <a:avLst/>
          </a:prstGeom>
          <a:noFill/>
          <a:ln w="6350">
            <a:solidFill>
              <a:srgbClr val="CC8C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21608"/>
            <a:ext cx="2697480" cy="0"/>
          </a:xfrm>
          <a:prstGeom prst="line">
            <a:avLst/>
          </a:prstGeom>
          <a:noFill/>
          <a:ln w="6350">
            <a:solidFill>
              <a:srgbClr val="CC8C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77640"/>
            <a:ext cx="2697480" cy="0"/>
          </a:xfrm>
          <a:prstGeom prst="line">
            <a:avLst/>
          </a:prstGeom>
          <a:noFill/>
          <a:ln w="6350">
            <a:solidFill>
              <a:srgbClr val="CC8C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233672"/>
            <a:ext cx="2697480" cy="0"/>
          </a:xfrm>
          <a:prstGeom prst="line">
            <a:avLst/>
          </a:prstGeom>
          <a:noFill/>
          <a:ln w="6350">
            <a:solidFill>
              <a:srgbClr val="CC8C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212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Матовая глина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0"/>
            <a:ext cx="3246120" cy="2560320"/>
          </a:xfrm>
          <a:prstGeom prst="rect">
            <a:avLst/>
          </a:prstGeom>
          <a:solidFill>
            <a:srgbClr val="E3D4BB"/>
          </a:solidFill>
          <a:ln w="12700">
            <a:solidFill>
              <a:srgbClr val="E3D4B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2697480"/>
            <a:ext cx="2194560" cy="1645920"/>
          </a:xfrm>
          <a:prstGeom prst="rect">
            <a:avLst/>
          </a:prstGeom>
          <a:solidFill>
            <a:srgbClr val="F8F1E4"/>
          </a:solidFill>
          <a:ln w="12700">
            <a:solidFill>
              <a:srgbClr val="F8F1E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3977640"/>
            <a:ext cx="1371600" cy="0"/>
          </a:xfrm>
          <a:prstGeom prst="line">
            <a:avLst/>
          </a:prstGeom>
          <a:noFill/>
          <a:ln w="6350">
            <a:solidFill>
              <a:srgbClr val="D7C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5212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Мягкая бумага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21040" y="2331720"/>
            <a:ext cx="3246120" cy="2560320"/>
          </a:xfrm>
          <a:prstGeom prst="rect">
            <a:avLst/>
          </a:prstGeom>
          <a:solidFill>
            <a:srgbClr val="4E5846"/>
          </a:solidFill>
          <a:ln w="12700">
            <a:solidFill>
              <a:srgbClr val="4E584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2670048"/>
            <a:ext cx="2194560" cy="1600200"/>
          </a:xfrm>
          <a:prstGeom prst="ellipse">
            <a:avLst/>
          </a:prstGeom>
          <a:solidFill>
            <a:srgbClr val="79816A"/>
          </a:solidFill>
          <a:ln w="12700">
            <a:solidFill>
              <a:srgbClr val="79816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3291840"/>
            <a:ext cx="1691640" cy="1143000"/>
          </a:xfrm>
          <a:prstGeom prst="ellipse">
            <a:avLst/>
          </a:prstGeom>
          <a:solidFill>
            <a:srgbClr val="3F4938"/>
          </a:solidFill>
          <a:ln w="12700">
            <a:solidFill>
              <a:srgbClr val="3F493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5212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Тёплая тень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ТИХО / ВЫМЫШЛЕННЫЙ БРЕНД · ГРАФИКА И СГЕНЕРИРОВАННЫЕ ВИЗУАЛЫ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7C1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IntTrade/studio/examples/assets/quiet-cer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6675120" cy="37563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257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ВИЗУАЛИЗАЦИЯ КОНЦЕПЦИИ / AI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77240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ОБЪЕКТ / 01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589520" y="205740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Место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для тишины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680960" y="42793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Простая форма.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Неровный край.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Пауза в повседневности.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ТИХО / ВЫМЫШЛЕННЫЙ БРЕНД · ГРАФИКА И СГЕНЕРИРОВАННЫЕ ВИЗУАЛЫ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70" kern="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ЯЗЫК БРЕНДА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Спокойствие</a:t>
            </a:r>
            <a:endParaRPr lang="en-US" sz="3700" dirty="0"/>
          </a:p>
          <a:p>
            <a:pPr indent="0" marL="0">
              <a:buNone/>
            </a:pPr>
            <a:r>
              <a:rPr lang="en-US" sz="37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в каждом касании.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7772400" y="868680"/>
            <a:ext cx="3429000" cy="4937760"/>
          </a:xfrm>
          <a:prstGeom prst="rect">
            <a:avLst/>
          </a:prstGeom>
          <a:solidFill>
            <a:srgbClr val="F8F2E8"/>
          </a:solidFill>
          <a:ln w="12700">
            <a:solidFill>
              <a:srgbClr val="F8F2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1188720"/>
            <a:ext cx="2788920" cy="4297680"/>
          </a:xfrm>
          <a:prstGeom prst="rect">
            <a:avLst/>
          </a:prstGeom>
          <a:solidFill>
            <a:srgbClr val="D7C1A3"/>
          </a:solidFill>
          <a:ln w="12700">
            <a:solidFill>
              <a:srgbClr val="D7C1A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21031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0392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тихо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321040" y="4069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ОСТАВЬТЕ МЕСТО</a:t>
            </a:r>
            <a:endParaRPr lang="en-US" sz="1200" dirty="0"/>
          </a:p>
          <a:p>
            <a:pPr indent="0" marL="0">
              <a:buNone/>
            </a:pPr>
            <a:r>
              <a:rPr lang="en-US" sz="1200" spc="120" kern="0" dirty="0">
                <a:solidFill>
                  <a:srgbClr val="40392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ДЛЯ ПАУЗЫ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Редакционная типографика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Тактильная палитра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Свободное поле вокруг объекта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ТИХО / ВЫМЫШЛЕННЫЙ БРЕНД · ГРАФИКА И СГЕНЕРИРОВАННЫЕ ВИЗУАЛЫ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71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6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789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4E5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Оставить</a:t>
            </a:r>
            <a:endParaRPr lang="en-US" sz="5600" dirty="0"/>
          </a:p>
          <a:p>
            <a:pPr indent="0" marL="0">
              <a:buNone/>
            </a:pPr>
            <a:r>
              <a:rPr lang="en-US" sz="5600" dirty="0">
                <a:solidFill>
                  <a:srgbClr val="FFF4E5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пространство.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4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ТИХО / ФОРМА ПАУЗЫ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4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Концепция для проверки арт-дирекшна.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4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Предметный визуал сгенерирован; текст и графика редактируются.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4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ТИХО / ВЫМЫШЛЕННЫЙ БРЕНД · ГРАФИКА И СГЕНЕРИРОВАННЫЕ ВИЗУАЛЫ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4E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erif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ТИХО — визуальный мир бренда</dc:title>
  <dc:subject>Fictional acceptance test, 2026-10-22</dc:subject>
  <dc:creator>Research &amp; Design Studio</dc:creator>
  <cp:lastModifiedBy>Research &amp; Design Studio</cp:lastModifiedBy>
  <cp:revision>1</cp:revision>
  <dcterms:created xsi:type="dcterms:W3CDTF">2026-10-22T00:11:54Z</dcterms:created>
  <dcterms:modified xsi:type="dcterms:W3CDTF">2026-10-22T00:11:54Z</dcterms:modified>
</cp:coreProperties>
</file>