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команды</c:v>
                </c:pt>
              </c:strCache>
            </c:strRef>
          </c:tx>
          <c:spPr>
            <a:solidFill>
              <a:srgbClr val="D4F28B"/>
            </a:solidFill>
            <a:ln w="38100" cap="flat">
              <a:solidFill>
                <a:srgbClr val="D4F2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7E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F28B"/>
              </a:solidFill>
              <a:ln w="9525" cap="flat">
                <a:solidFill>
                  <a:srgbClr val="D4F2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М1</c:v>
                  </c:pt>
                  <c:pt idx="1">
                    <c:v>М2</c:v>
                  </c:pt>
                  <c:pt idx="2">
                    <c:v>М3</c:v>
                  </c:pt>
                  <c:pt idx="3">
                    <c:v>М4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11</c:v>
                </c:pt>
                <c:pt idx="2">
                  <c:v>17</c:v>
                </c:pt>
                <c:pt idx="3">
                  <c:v>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7E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4B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35413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4B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111512"/>
        </a:solidFill>
        <a:ln>
          <a:noFill/>
        </a:ln>
        <a:effectLst/>
      </c:spPr>
    </c:plotArea>
    <c:plotVisOnly val="1"/>
    <c:dispBlanksAs val="span"/>
  </c:chart>
  <c:spPr>
    <a:solidFill>
      <a:srgbClr val="1115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company and product, no observed market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hypothesis; not a factual claim about all research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diagram of a hypothetical product workflow, all native editable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examples/data.json pitch; all synthetic. 18/24=75%. Native chart, embedded data workbook. Four fictional months are not historical 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funding request €600,000. Allocation 50%+30%+20%=100%; €300k/€180k/€120k. No financial forecast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limitations: no validated market, business model, team credentials or commercial traction. This is a six-slide art-direction test, not an investment-ready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691640"/>
            <a:ext cx="9966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 каждого вывода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есть след.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4206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Рабочее пространство доказательств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исследовательских команд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5760720"/>
            <a:ext cx="10927080" cy="0"/>
          </a:xfrm>
          <a:prstGeom prst="line">
            <a:avLst/>
          </a:prstGeom>
          <a:noFill/>
          <a:ln w="10160">
            <a:solidFill>
              <a:srgbClr val="526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61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ВЫМЫШЛЕННЫЙ ПРОДУКТ / SEED 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TRACE / FICTIONAL PITCH · ВСЕ ПОКАЗАТЕЛИ УСЛОВНЫЕ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4F2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3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5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Ссылка потерялась.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1115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Уверенность — тоже.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4645152"/>
            <a:ext cx="3291840" cy="0"/>
          </a:xfrm>
          <a:prstGeom prst="line">
            <a:avLst/>
          </a:prstGeom>
          <a:noFill/>
          <a:ln w="10160">
            <a:solidFill>
              <a:srgbClr val="6F8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Сохранили URL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4340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4343400" y="4645152"/>
            <a:ext cx="3291840" cy="0"/>
          </a:xfrm>
          <a:prstGeom prst="line">
            <a:avLst/>
          </a:prstGeom>
          <a:noFill/>
          <a:ln w="10160">
            <a:solidFill>
              <a:srgbClr val="6F8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Перенесли цифру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8229600" y="4645152"/>
            <a:ext cx="3291840" cy="0"/>
          </a:xfrm>
          <a:prstGeom prst="line">
            <a:avLst/>
          </a:prstGeom>
          <a:noFill/>
          <a:ln w="10160">
            <a:solidFill>
              <a:srgbClr val="6F8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11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Забыли контекст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ГИПОТЕЗА ПРОБЛЕМЫ · ТРЕБУЕТ ИНТЕРВЬЮ С ПОЛЬЗОВАТЕЛЯМИ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 источника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 решения.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897880" y="1554480"/>
            <a:ext cx="5715000" cy="1005840"/>
          </a:xfrm>
          <a:prstGeom prst="rect">
            <a:avLst/>
          </a:prstGeom>
          <a:solidFill>
            <a:srgbClr val="263225"/>
          </a:solidFill>
          <a:ln w="12700">
            <a:solidFill>
              <a:srgbClr val="26322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18105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95160" y="1673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Источник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95160" y="2130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Фрагмент, дата, страница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2898648"/>
            <a:ext cx="5715000" cy="1005840"/>
          </a:xfrm>
          <a:prstGeom prst="rect">
            <a:avLst/>
          </a:prstGeom>
          <a:solidFill>
            <a:srgbClr val="D4F28B"/>
          </a:solidFill>
          <a:ln w="12700">
            <a:solidFill>
              <a:srgbClr val="D4F28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Утверждение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Число, единица, период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4242816"/>
            <a:ext cx="5715000" cy="1005840"/>
          </a:xfrm>
          <a:prstGeom prst="rect">
            <a:avLst/>
          </a:prstGeom>
          <a:solidFill>
            <a:srgbClr val="263225"/>
          </a:solidFill>
          <a:ln w="12700">
            <a:solidFill>
              <a:srgbClr val="26322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498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95160" y="4361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Результат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95160" y="4818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Отчёт, слайд, проверка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Концепция интерфейса.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готовый программный продукт.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TRACE / FICTIONAL PITCH · ВСЕ ПОКАЗАТЕЛИ УСЛОВНЫЕ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СЦЕНАРИЙ ПИЛОТА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24 команды.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 продолжают.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366760" y="1143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75%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412480" y="2331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условное удержание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3154680"/>
          <a:ext cx="11064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TRACE / FICTIONAL PITCH · ВСЕ ПОКАЗАТЕЛИ УСЛОВНЫЕ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F2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ПРЕДЛАГАЕМЫЙ ЗАПРОС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1151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€600k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2871216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Чтобы проверить платящий спрос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5390388" cy="310896"/>
          </a:xfrm>
          <a:prstGeom prst="rect">
            <a:avLst/>
          </a:prstGeom>
          <a:solidFill>
            <a:srgbClr val="111512"/>
          </a:solidFill>
          <a:ln w="12700">
            <a:solidFill>
              <a:srgbClr val="11151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73168"/>
            <a:ext cx="53080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Продукт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03620" y="4206240"/>
            <a:ext cx="3204972" cy="310896"/>
          </a:xfrm>
          <a:prstGeom prst="rect">
            <a:avLst/>
          </a:prstGeom>
          <a:solidFill>
            <a:srgbClr val="4B6A36"/>
          </a:solidFill>
          <a:ln w="12700">
            <a:solidFill>
              <a:srgbClr val="4B6A3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03620" y="4773168"/>
            <a:ext cx="31226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Пилоты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81744" y="4206240"/>
            <a:ext cx="2112264" cy="310896"/>
          </a:xfrm>
          <a:prstGeom prst="rect">
            <a:avLst/>
          </a:prstGeom>
          <a:solidFill>
            <a:srgbClr val="88A959"/>
          </a:solidFill>
          <a:ln w="12700">
            <a:solidFill>
              <a:srgbClr val="88A95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81744" y="47731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Инфраструктура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3331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УСЛОВНЫЙ БЮДЖЕТ · НЕ ПРЕДЛОЖЕНИЕ ОБ ИНВЕСТИРОВАНИИ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E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СЛЕДУЮЩИЙ ШАГ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Сначала —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5F7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доказать спрос.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3794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F2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Интервью → платный пилот → решение о продукте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892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 не проверены: размер рынка, готовность платить,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4BDB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себестоимость обслуживания и экономика привлечения.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TRACE / FICTIONAL PITCH · ВСЕ ПОКАЗАТЕЛИ УСЛОВНЫЕ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58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— fictional investor pitch</dc:title>
  <dc:subject>Fictional acceptance test, 2026-10-22</dc:subject>
  <dc:creator>Research &amp; Design Studio</dc:creator>
  <cp:lastModifiedBy>Research &amp; Design Studio</cp:lastModifiedBy>
  <cp:revision>1</cp:revision>
  <dcterms:created xsi:type="dcterms:W3CDTF">2026-10-22T00:11:54Z</dcterms:created>
  <dcterms:modified xsi:type="dcterms:W3CDTF">2026-10-22T00:11:54Z</dcterms:modified>
</cp:coreProperties>
</file>