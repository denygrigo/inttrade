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</c:v>
                </c:pt>
              </c:strCache>
            </c:strRef>
          </c:tx>
          <c:spPr>
            <a:solidFill>
              <a:srgbClr val="356D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Контроль</c:v>
                  </c:pt>
                  <c:pt idx="1">
                    <c:v>С поддержкой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41.5</c:v>
                </c:pt>
                <c:pt idx="1">
                  <c:v>30.5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12700" cap="flat">
              <a:solidFill>
                <a:srgbClr val="CED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AF8F3"/>
        </a:solidFill>
        <a:ln>
          <a:noFill/>
        </a:ln>
        <a:effectLst/>
      </c:spPr>
    </c:plotArea>
    <c:plotVisOnly val="1"/>
    <c:dispBlanksAs val="span"/>
  </c:chart>
  <c:spPr>
    <a:solidFill>
      <a:srgbClr val="FAF8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data. Six invented observations per independent group. Difference is descriptive; no causal or population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Methodology: constructed example, no sampling, no empirical subjects, no paired or causal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chart values are medians 41.5 and 30.5. Data are synthetic. Raw observations are included on slide and in the editable 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source-linked point/range plot. All 12 values on equal 0–50 scale. Native shapes encode actual JSON values; no decorative fake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Claims are limited to the synthetic sample. No p-value, confidence interval, external market statistic or causal conclusion has been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studio/examples/research-data.json. Analysis generated by analyze_sample.py. The workbook formulas and chart caches are checked against the source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INTTRADE / RESEARCH NOTE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Разница есть.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Причина не установлена.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7033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искусственных наблюдений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Две независимые выборки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Описательный анализ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36850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356D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41,5 → 30,5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0" y="4626864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Медианное время, минуты.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для проверки инструментов.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эффект не измерялся.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МЕТОДОЛОГИЯ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Выборки созданы для проверки анализа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Единица наблюдения — время подготовки одного условного отчёта. Никаких реальных участников.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7909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Контроль: 42, 39, 45, 44, 40, 41.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поддержкой: 31, 28, 34, 30, 29, 32.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13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913632"/>
            <a:ext cx="7909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Медиана времени в минутах. Дополнительно показаны все точки и диапазон.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64024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469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4946904"/>
            <a:ext cx="7909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Наблюдения придуманы. Рандомизации, отбора из популяции и измерения причинного эффекта нет.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ЦЕНТРАЛЬНАЯ ТЕНДЕНЦИЯ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Разница медиан составляет 11 минут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Медианы рассчитаны по шести значениям в каждой группе. Шкала диаграммы начинается с нуля.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670048"/>
          <a:ext cx="6309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779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Минуты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5236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исходные наблюдения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№       Контроль       Поддержка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360" y="3630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95560" y="3630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3950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9536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19556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270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9536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19556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43800" y="4590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95360" y="4590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195560" y="4590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43800" y="4910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595360" y="4910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195560" y="4910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43800" y="5230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595360" y="5230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195560" y="5230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52360" y="56967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Условный эффект в реальном процессе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этому примеру определить нельзя.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РАСПРЕДЕЛЕНИЕ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Все точки видны на одной шкале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Диапазоны искусственных данных: 39–45 и 28–34 минуты. Выбор значений не доказывает устойчивость различия.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42816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87368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33872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8424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24928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0536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07040" y="2880360"/>
            <a:ext cx="0" cy="2286000"/>
          </a:xfrm>
          <a:prstGeom prst="line">
            <a:avLst/>
          </a:prstGeom>
          <a:noFill/>
          <a:ln w="6350">
            <a:solidFill>
              <a:srgbClr val="CED9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51592" y="5367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56878" y="3383280"/>
            <a:ext cx="954634" cy="0"/>
          </a:xfrm>
          <a:prstGeom prst="line">
            <a:avLst/>
          </a:prstGeom>
          <a:noFill/>
          <a:ln w="38100">
            <a:solidFill>
              <a:srgbClr val="356D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9331" y="3182112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02014" y="3474720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56648" y="3182112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97542" y="3474720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0" y="3182112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0226" y="3474720"/>
            <a:ext cx="109728" cy="109728"/>
          </a:xfrm>
          <a:prstGeom prst="ellipse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54642" y="3072384"/>
            <a:ext cx="0" cy="621792"/>
          </a:xfrm>
          <a:prstGeom prst="line">
            <a:avLst/>
          </a:prstGeom>
          <a:noFill/>
          <a:ln w="25400">
            <a:solidFill>
              <a:srgbClr val="356D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поддержкой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06717" y="4754880"/>
            <a:ext cx="954634" cy="0"/>
          </a:xfrm>
          <a:prstGeom prst="line">
            <a:avLst/>
          </a:prstGeom>
          <a:noFill/>
          <a:ln w="38100">
            <a:solidFill>
              <a:srgbClr val="C17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29170" y="4553712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1853" y="4846320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6486" y="4553712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0064" y="4846320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10958" y="4553712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8275" y="4846320"/>
            <a:ext cx="109728" cy="109728"/>
          </a:xfrm>
          <a:prstGeom prst="ellipse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04481" y="4443984"/>
            <a:ext cx="0" cy="621792"/>
          </a:xfrm>
          <a:prstGeom prst="line">
            <a:avLst/>
          </a:prstGeom>
          <a:noFill/>
          <a:ln w="25400">
            <a:solidFill>
              <a:srgbClr val="C17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58338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Минуты · линия показывает диапазон, поперечная метка — медиану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ИНТЕРПРЕТАЦИЯ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 проверяет расчёт и прозрачность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Небольшое число искусственных наблюдений не позволяет оценить реальный рынок, команду или причинный эффект.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5166360" cy="54864"/>
          </a:xfrm>
          <a:prstGeom prst="rect">
            <a:avLst/>
          </a:prstGeom>
          <a:solidFill>
            <a:srgbClr val="356D93"/>
          </a:solidFill>
          <a:ln w="12700">
            <a:solidFill>
              <a:srgbClr val="356D9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761488"/>
            <a:ext cx="5166360" cy="54864"/>
          </a:xfrm>
          <a:prstGeom prst="rect">
            <a:avLst/>
          </a:prstGeom>
          <a:solidFill>
            <a:srgbClr val="C1784C"/>
          </a:solidFill>
          <a:ln w="12700">
            <a:solidFill>
              <a:srgbClr val="C178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Поддерживается данными примера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3803904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каждой группе 6 значений.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Медианы: 41,5 и 30,5 минуты.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Разница: 11 минут.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наблюдения доступны для пересчёта.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Требует реального исследования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3803904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Сопоставимость заданий и участников.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Дизайн контрольного сравнения.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Систематические ошибки измерения.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Размер и устойчивость эффекта.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ИСТОЧНИКИ И ВОСПРОИЗВОДИМОСТЬ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53A4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Исходные данные и расчёт поставляются вместе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Синтетический набор не заменяет первоисточники реального исследования. Здесь он позволяет проверить работу инструментов.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10789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studio/examples/research-data.json · ВСЕ НАБЛЮДЕНИЯ ВЫМЫШЛЕННЫЕ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2834640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research-data.json — два массива по шесть значений, единица: минуты.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027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602736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Отсортировать каждую выборку; медиана — среднее третьего и четвёртого значения.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33672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Артефакты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1800" y="4370832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Редактируемый XLSX с формулами, DOCX и PDF, код анализа и протокол числовой проверки.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01768"/>
            <a:ext cx="10881360" cy="0"/>
          </a:xfrm>
          <a:prstGeom prst="line">
            <a:avLst/>
          </a:prstGeom>
          <a:noFill/>
          <a:ln w="8890">
            <a:solidFill>
              <a:srgbClr val="CED9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389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D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71800" y="5138928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реальных участников, оценки популяции, причинного вывода или подтверждённого коммерческого эффекта.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Исследовательская записка — синтетический пример</dc:title>
  <dc:subject>Synthetic descriptive analysis, no market/causal claims</dc:subject>
  <dc:creator>IntTrade Studio</dc:creator>
  <cp:lastModifiedBy>IntTrade Studio</cp:lastModifiedBy>
  <cp:revision>1</cp:revision>
  <dcterms:created xsi:type="dcterms:W3CDTF">2026-10-22T00:38:02Z</dcterms:created>
  <dcterms:modified xsi:type="dcterms:W3CDTF">2026-10-22T00:38:02Z</dcterms:modified>
</cp:coreProperties>
</file>